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67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124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0:00 - 0:25 | ABERTURA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07442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- Captar Atenção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9926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descarregaste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material e percebeste que era inútil?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2217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passaste meia hora à procura de um ficheiro decente sem sucesso?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65938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respondeste sim a qualquer uma destas perguntas, conheces o problema.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12039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StudyShare veio resolver esse problema.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5814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Pausa 2 segundos após "problema" — faz contacto visual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0207" y="4831080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1/6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124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0:25 - 1:05 |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07442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&amp; Desafio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9926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"Hoje em dia, a realidade é simples: os materiais estão espalhados por todo o lado.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2217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emails, Google Drive, Dropbox... é um verdadeiro caos.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8318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aqui está o pior: quando finalmente encontras um ficheiro, não há forma de saber se tem qualidade. É só um ficheiro flutuando sem avaliação.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35280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os estudantes perdem horas, estudam com materiais desatualizados, ou incompletos, e continuam sem acesso a bons apontamentos.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412242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ineficiente. É frustrante."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458343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Tom empático, pausado, deixa espaço para respirar entre ideias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0207" y="4831081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2/6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124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1:05 - 1:55 | SOLUÇÃO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07442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153162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"Aqui é onde a StudyShare muda tudo.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992631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StudyShare reúne tudo num único local centralizado.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5364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Queres uma ficha de exercícios de Álgebra, ou até código comentado para um projeto? Encontras em segundos. Filtras por curso, por ano, por tipo de material — tudo organizado.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22326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o verdadeiro diferencial está aqui: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sistema de reputação. </a:t>
            </a: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[pausa curta]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apontamento é avaliado com estrelas e likes pela comunidade.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992881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melhores materiais sobem naturalmente. O conteúdo fraco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desaparece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4411981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disso, há uma área de comentários onde os estudantes trocam opiniões, esclarecem dúvidas. A qualidade não é imposta — é garantida pela própria comunidade."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" y="553212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Tom entusiasmado, enérgico mas pausado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0207" y="4831081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3/6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124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1:55 - 2:35 | VALOR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07442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para o Utilizador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153162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StudyShare traz três benefícios concretos que fazem a diferença: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68831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— Poupança de tempo: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vez de procurar por meia hora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sítios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espalhados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encontras tudo organizado num único local.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868931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— Confiança na qualidade: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sistema de classificação não engana. Se um material tem 4,8 estrelas de 500 alunos, podes confiar. Não é sorte, é validação real.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66903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 — Comunidade ativa: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alunos deixam de estudar sozinhos. Há discussão, feedback, ajuda mútua. Estudar deixa de ser isolado e torna-se um verdadeiro esforço partilhado."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443865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Tom confiante, pausas entre benefícios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0207" y="4831080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4/6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124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2:35 - 3:00 | ENCERRAMENTO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07442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&amp; Chamada à 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99261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"Agora imagina isto: uma comunidade académica onde partilhar apontamentos é simples, rápido e seguro.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468880"/>
            <a:ext cx="7924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qualquer estudante, mesmo um caloiro do 1.º ano, tem acesso aos melhores materiais de toda a instituição.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238500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estudar deixa de ser uma luta solitária.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775711"/>
            <a:ext cx="80832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StudyShare, isso deixa de ser uma ideia — passa a ser realidade.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[pausa 2s]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4389120"/>
            <a:ext cx="8083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StudyShare. Partilha conhecimento. Multiplica resultados."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488442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Tom inspirador, pausado, frase final com convicção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0207" y="4831080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5/6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Rápido de Apresentação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10641"/>
            <a:ext cx="792480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ABERTURA (25s):</a:t>
            </a:r>
            <a:endParaRPr lang="en-US" sz="1200" dirty="0"/>
          </a:p>
          <a:p>
            <a:pPr marL="0" indent="0">
              <a:lnSpc>
                <a:spcPts val="27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relatable (material inútil, procura frustrante) + reconhecimento ("conheces o problema")</a:t>
            </a:r>
            <a:endParaRPr lang="en-US" sz="1200" dirty="0"/>
          </a:p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PROBLEMA (40s):</a:t>
            </a:r>
            <a:endParaRPr lang="en-US" sz="1200" dirty="0"/>
          </a:p>
          <a:p>
            <a:pPr marL="0" indent="0">
              <a:lnSpc>
                <a:spcPts val="27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espalhados (WhatsApp, emails, Drive) + sem qualidade garantida + perda de tempo + materiais incompletos/desatualizados + sem acesso a bons conteúdos</a:t>
            </a:r>
            <a:endParaRPr lang="en-US" sz="1200" dirty="0"/>
          </a:p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SOLUÇÃO (50s):</a:t>
            </a:r>
            <a:endParaRPr lang="en-US" sz="1200" dirty="0"/>
          </a:p>
          <a:p>
            <a:pPr marL="0" indent="0">
              <a:lnSpc>
                <a:spcPts val="27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centralizado + sistema de reputação (estrelas/likes) + comunidade ativa (comentários e feedback)</a:t>
            </a:r>
            <a:endParaRPr lang="en-US" sz="1200" dirty="0"/>
          </a:p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VALOR (40s):</a:t>
            </a:r>
            <a:endParaRPr lang="en-US" sz="1200" dirty="0"/>
          </a:p>
          <a:p>
            <a:pPr marL="0" indent="0">
              <a:lnSpc>
                <a:spcPts val="27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Tempo (segundos vs horas) | 2) Confiança (validação real) | 3) Comunidade (esforço partilhado)</a:t>
            </a:r>
            <a:endParaRPr lang="en-US" sz="1200" dirty="0"/>
          </a:p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ENCERRAMENTO (25s):</a:t>
            </a:r>
            <a:endParaRPr lang="en-US" sz="1200" dirty="0"/>
          </a:p>
          <a:p>
            <a:pPr marL="0" indent="0">
              <a:lnSpc>
                <a:spcPts val="27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inspiradora (comunidade + acesso igual) + frase memorável final</a:t>
            </a:r>
            <a:endParaRPr lang="en-US" sz="1200" dirty="0"/>
          </a:p>
          <a:p>
            <a:pPr marL="342900" indent="-342900">
              <a:lnSpc>
                <a:spcPts val="27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TOTAL: 3:00 minutos | 🎯 TOM: Devagar, pausado | 📹 CÂMARA: Contacto visual constante | 🎙️ ÁUDIO: Claro e firme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0207" y="4831080"/>
            <a:ext cx="52937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6/6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703</Words>
  <Application>Microsoft Office PowerPoint</Application>
  <PresentationFormat>On-screen Show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Diogo Monteiro</cp:lastModifiedBy>
  <cp:revision>2</cp:revision>
  <dcterms:created xsi:type="dcterms:W3CDTF">2025-12-26T18:57:59Z</dcterms:created>
  <dcterms:modified xsi:type="dcterms:W3CDTF">2025-12-26T20:33:44Z</dcterms:modified>
</cp:coreProperties>
</file>